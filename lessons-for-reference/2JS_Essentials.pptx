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9"/>
  </p:notesMasterIdLst>
  <p:handoutMasterIdLst>
    <p:handoutMasterId r:id="rId20"/>
  </p:handoutMasterIdLst>
  <p:sldIdLst>
    <p:sldId id="291" r:id="rId2"/>
    <p:sldId id="326" r:id="rId3"/>
    <p:sldId id="323" r:id="rId4"/>
    <p:sldId id="327" r:id="rId5"/>
    <p:sldId id="324" r:id="rId6"/>
    <p:sldId id="328" r:id="rId7"/>
    <p:sldId id="325" r:id="rId8"/>
    <p:sldId id="329" r:id="rId9"/>
    <p:sldId id="330" r:id="rId10"/>
    <p:sldId id="331" r:id="rId11"/>
    <p:sldId id="332" r:id="rId12"/>
    <p:sldId id="333" r:id="rId13"/>
    <p:sldId id="334" r:id="rId14"/>
    <p:sldId id="335" r:id="rId15"/>
    <p:sldId id="336" r:id="rId16"/>
    <p:sldId id="337" r:id="rId17"/>
    <p:sldId id="338" r:id="rId1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BB"/>
    <a:srgbClr val="186030"/>
    <a:srgbClr val="008000"/>
    <a:srgbClr val="006600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0" autoAdjust="0"/>
    <p:restoredTop sz="96532" autoAdjust="0"/>
  </p:normalViewPr>
  <p:slideViewPr>
    <p:cSldViewPr snapToGrid="0" snapToObjects="1">
      <p:cViewPr varScale="1">
        <p:scale>
          <a:sx n="101" d="100"/>
          <a:sy n="101" d="100"/>
        </p:scale>
        <p:origin x="126" y="2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pPr/>
              <a:t>9/5/2026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pPr/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86029"/>
            <a:ext cx="10897528" cy="1862328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ctr">
              <a:lnSpc>
                <a:spcPts val="5800"/>
              </a:lnSpc>
              <a:defRPr sz="6000" b="1" i="0" cap="all" baseline="0">
                <a:solidFill>
                  <a:srgbClr val="18603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Title Presentation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4224771"/>
            <a:ext cx="10897528" cy="572943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 algn="ctr">
              <a:buNone/>
              <a:defRPr sz="2800" b="0" i="0">
                <a:solidFill>
                  <a:schemeClr val="accent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61" y="2743199"/>
            <a:ext cx="12191239" cy="895420"/>
          </a:xfrm>
          <a:prstGeom prst="rect">
            <a:avLst/>
          </a:prstGeom>
          <a:ln>
            <a:noFill/>
          </a:ln>
        </p:spPr>
        <p:txBody>
          <a:bodyPr lIns="0" anchor="b">
            <a:normAutofit/>
          </a:bodyPr>
          <a:lstStyle>
            <a:lvl1pPr algn="ctr">
              <a:lnSpc>
                <a:spcPts val="5800"/>
              </a:lnSpc>
              <a:defRPr sz="54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61" y="3625367"/>
            <a:ext cx="12190476" cy="562319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ctr">
              <a:buNone/>
              <a:defRPr sz="24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8" y="2189263"/>
            <a:ext cx="6402832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8557757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105156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098566" y="930275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569468" y="1320800"/>
            <a:ext cx="4268653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36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045952" y="6221885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 descr="nwssu-pptbg-topgreen1.png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61" y="428"/>
            <a:ext cx="1219047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895" r:id="rId3"/>
    <p:sldLayoutId id="2147483897" r:id="rId4"/>
    <p:sldLayoutId id="2147483907" r:id="rId5"/>
    <p:sldLayoutId id="2147483898" r:id="rId6"/>
    <p:sldLayoutId id="2147483900" r:id="rId7"/>
    <p:sldLayoutId id="2147483906" r:id="rId8"/>
    <p:sldLayoutId id="2147483902" r:id="rId9"/>
  </p:sldLayoutIdLst>
  <p:transition spd="slow">
    <p:wip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entury Gothic" panose="020B0502020202020204" pitchFamily="34" charset="0"/>
              </a:rPr>
              <a:t>Advance OOP Concepts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>
                <a:latin typeface="Century Gothic" panose="020B0502020202020204" pitchFamily="34" charset="0"/>
              </a:rPr>
              <a:t>JavaScript </a:t>
            </a:r>
            <a:r>
              <a:rPr lang="en-US" sz="7200" b="1" dirty="0">
                <a:latin typeface="Century Gothic" panose="020B0502020202020204" pitchFamily="34" charset="0"/>
              </a:rPr>
              <a:t>(ES6+) Essentials</a:t>
            </a:r>
            <a:endParaRPr lang="en-US" sz="72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Let vs const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410377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831244"/>
            <a:ext cx="10846952" cy="1251054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const:</a:t>
            </a:r>
            <a:r>
              <a:rPr lang="en-US" sz="2000" dirty="0">
                <a:latin typeface="Century Gothic" panose="020B0502020202020204" pitchFamily="34" charset="0"/>
              </a:rPr>
              <a:t> Variables that cannot be reassigned. This is the default choice in React.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let:</a:t>
            </a:r>
            <a:r>
              <a:rPr lang="en-US" sz="2000" dirty="0">
                <a:latin typeface="Century Gothic" panose="020B0502020202020204" pitchFamily="34" charset="0"/>
              </a:rPr>
              <a:t> Variables that can be reassigned (like loop counters).Both are block-scoped (only exist within their { } ).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A17105-1264-C6A6-0EFF-45A2BF514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00" y="2188804"/>
            <a:ext cx="10951999" cy="400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4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Arrow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5365420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A shorter, cleaner way to write functions.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Omits the function keyword.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Supports "implicit return" (no need for the return keyword or { } for single-line operations).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94A590-FCA9-2A90-6CBF-903D4F2D3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802" y="2107327"/>
            <a:ext cx="8344395" cy="456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96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Template Literals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1903437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Uses backticks (</a:t>
            </a:r>
            <a:r>
              <a:rPr lang="en-US" sz="2000" b="1" dirty="0">
                <a:latin typeface="Century Gothic" panose="020B0502020202020204" pitchFamily="34" charset="0"/>
              </a:rPr>
              <a:t>`</a:t>
            </a:r>
            <a:r>
              <a:rPr lang="en-US" sz="2000" dirty="0">
                <a:latin typeface="Century Gothic" panose="020B0502020202020204" pitchFamily="34" charset="0"/>
              </a:rPr>
              <a:t>) instead of single or double quotes.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PH" sz="2000" dirty="0">
                <a:latin typeface="Century Gothic" panose="020B0502020202020204" pitchFamily="34" charset="0"/>
              </a:rPr>
              <a:t>Allows multi-line strings easily.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Injects variables directly using </a:t>
            </a:r>
            <a:r>
              <a:rPr lang="en-US" sz="2000" b="1" dirty="0">
                <a:latin typeface="Century Gothic" panose="020B0502020202020204" pitchFamily="34" charset="0"/>
              </a:rPr>
              <a:t>${</a:t>
            </a:r>
            <a:r>
              <a:rPr lang="en-US" sz="2000" b="1" dirty="0" err="1">
                <a:latin typeface="Century Gothic" panose="020B0502020202020204" pitchFamily="34" charset="0"/>
              </a:rPr>
              <a:t>variableName</a:t>
            </a:r>
            <a:r>
              <a:rPr lang="en-US" sz="2000" b="1" dirty="0">
                <a:latin typeface="Century Gothic" panose="020B0502020202020204" pitchFamily="34" charset="0"/>
              </a:rPr>
              <a:t>}</a:t>
            </a:r>
            <a:r>
              <a:rPr lang="en-US" sz="2000" dirty="0">
                <a:latin typeface="Century Gothic" panose="020B0502020202020204" pitchFamily="34" charset="0"/>
              </a:rPr>
              <a:t>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C4C3BE-9274-6F4B-173A-0F7D6EA1D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4" y="2464904"/>
            <a:ext cx="12068732" cy="32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9025" y="2743199"/>
            <a:ext cx="12351026" cy="895420"/>
          </a:xfrm>
        </p:spPr>
        <p:txBody>
          <a:bodyPr>
            <a:normAutofit/>
          </a:bodyPr>
          <a:lstStyle/>
          <a:p>
            <a:r>
              <a:rPr lang="en-PH" sz="4400" dirty="0" err="1"/>
              <a:t>Destructuring</a:t>
            </a:r>
            <a:r>
              <a:rPr lang="en-PH" sz="4400" dirty="0"/>
              <a:t> (Objects &amp; Arrays)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825560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Extracts specific properties from an object or array into distinct, independent variables.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Makes code significantly cleaner by avoiding repetitive dot notation (e.g., user.name, </a:t>
            </a:r>
            <a:r>
              <a:rPr lang="en-US" sz="2000" dirty="0" err="1">
                <a:latin typeface="Century Gothic" panose="020B0502020202020204" pitchFamily="34" charset="0"/>
              </a:rPr>
              <a:t>user.age</a:t>
            </a:r>
            <a:r>
              <a:rPr lang="en-US" sz="2000" dirty="0">
                <a:latin typeface="Century Gothic" panose="020B0502020202020204" pitchFamily="34" charset="0"/>
              </a:rPr>
              <a:t>).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62982-94B4-4346-C74F-32AF77E85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68" y="2107326"/>
            <a:ext cx="11053064" cy="454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Spread Operator (...)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014799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Expands elements of an </a:t>
            </a:r>
            <a:r>
              <a:rPr lang="en-US" sz="2000" dirty="0" err="1">
                <a:latin typeface="Century Gothic" panose="020B0502020202020204" pitchFamily="34" charset="0"/>
              </a:rPr>
              <a:t>iterable</a:t>
            </a:r>
            <a:r>
              <a:rPr lang="en-US" sz="2000" dirty="0">
                <a:latin typeface="Century Gothic" panose="020B0502020202020204" pitchFamily="34" charset="0"/>
              </a:rPr>
              <a:t> (like an array or object).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Used to copy data safely without modifying the original source (Immutability).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Combines multiple arrays or objects together easily.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3190E0-01F9-8F9F-5AFF-5804B947A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0" y="2130518"/>
            <a:ext cx="10584119" cy="454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6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PH" sz="4000" dirty="0"/>
              <a:t>Array Transformations (.map &amp; .filter)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770390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.map()</a:t>
            </a:r>
            <a:r>
              <a:rPr lang="en-US" sz="2000" dirty="0">
                <a:latin typeface="Century Gothic" panose="020B0502020202020204" pitchFamily="34" charset="0"/>
              </a:rPr>
              <a:t>: Transforms every item in an array and returns a new array of the same length.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Century Gothic" panose="020B0502020202020204" pitchFamily="34" charset="0"/>
              </a:rPr>
              <a:t>.filter()</a:t>
            </a:r>
            <a:r>
              <a:rPr lang="en-US" sz="2000" dirty="0">
                <a:latin typeface="Century Gothic" panose="020B0502020202020204" pitchFamily="34" charset="0"/>
              </a:rPr>
              <a:t>: Returns a new array containing only items that match a specific condition.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Neither method modifies the original array.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862A1-C307-E22B-72EE-4510E6959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92" y="2385392"/>
            <a:ext cx="11218016" cy="391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Optional Chaining (?.)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7143877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9468" y="749767"/>
            <a:ext cx="10846952" cy="135756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Safely attempts to read deeply nested object properties.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If a property does not exist (null or undefined), it simply returns undefined instead of crashing the entire app.</a:t>
            </a:r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B11B3-EF5A-B31E-1D50-895BD200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8" y="2652185"/>
            <a:ext cx="11800204" cy="209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53910-7072-8CE7-81C8-E817C29AD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ES Modules (import / export)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34CCC-6466-D141-CB4C-3970C84B49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3202766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350F2-EFB3-FEC9-8D8C-9433323BB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1B3581-A509-4C9F-2F45-BB5F7D3CF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898" y="749767"/>
            <a:ext cx="11800204" cy="1277816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Splits code into multiple manageable files.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export: Makes variables/functions available to other files.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Century Gothic" panose="020B0502020202020204" pitchFamily="34" charset="0"/>
              </a:rPr>
              <a:t>import: Brings variables/functions in from other files.</a:t>
            </a:r>
          </a:p>
          <a:p>
            <a:pPr algn="just"/>
            <a:endParaRPr lang="en-PH" sz="20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7CE03-8383-B2C9-C70F-B19E083F1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9" y="2508934"/>
            <a:ext cx="4362850" cy="4151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D8713-FB98-0D2B-84F7-3BE96348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20" y="2508934"/>
            <a:ext cx="6562711" cy="3085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11297F-8637-EEB4-7C08-37B7BEA74F45}"/>
              </a:ext>
            </a:extLst>
          </p:cNvPr>
          <p:cNvSpPr txBox="1"/>
          <p:nvPr/>
        </p:nvSpPr>
        <p:spPr>
          <a:xfrm>
            <a:off x="5314120" y="2131393"/>
            <a:ext cx="1049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/>
              <a:t>app.js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9D2C8-5F1F-DE72-60F0-7CA9349B160D}"/>
              </a:ext>
            </a:extLst>
          </p:cNvPr>
          <p:cNvSpPr txBox="1"/>
          <p:nvPr/>
        </p:nvSpPr>
        <p:spPr>
          <a:xfrm>
            <a:off x="348299" y="2132978"/>
            <a:ext cx="1049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000" dirty="0"/>
              <a:t>data.js</a:t>
            </a:r>
          </a:p>
        </p:txBody>
      </p:sp>
    </p:spTree>
    <p:extLst>
      <p:ext uri="{BB962C8B-B14F-4D97-AF65-F5344CB8AC3E}">
        <p14:creationId xmlns:p14="http://schemas.microsoft.com/office/powerpoint/2010/main" val="111493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UB Powerpoint Templat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44995</TotalTime>
  <Words>313</Words>
  <Application>Microsoft Office PowerPoint</Application>
  <PresentationFormat>Widescreen</PresentationFormat>
  <Paragraphs>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Century Gothic</vt:lpstr>
      <vt:lpstr>Georgia</vt:lpstr>
      <vt:lpstr>LucidaGrande</vt:lpstr>
      <vt:lpstr>UB Powerpoint Template</vt:lpstr>
      <vt:lpstr>JavaScript (ES6+) Essentials</vt:lpstr>
      <vt:lpstr>Let vs const</vt:lpstr>
      <vt:lpstr>PowerPoint Presentation</vt:lpstr>
      <vt:lpstr>Arrow Functions</vt:lpstr>
      <vt:lpstr>PowerPoint Presentation</vt:lpstr>
      <vt:lpstr>Template Literals</vt:lpstr>
      <vt:lpstr>PowerPoint Presentation</vt:lpstr>
      <vt:lpstr>Destructuring (Objects &amp; Arrays)</vt:lpstr>
      <vt:lpstr>PowerPoint Presentation</vt:lpstr>
      <vt:lpstr>Spread Operator (...)</vt:lpstr>
      <vt:lpstr>PowerPoint Presentation</vt:lpstr>
      <vt:lpstr>Array Transformations (.map &amp; .filter)</vt:lpstr>
      <vt:lpstr>PowerPoint Presentation</vt:lpstr>
      <vt:lpstr>Optional Chaining (?.)</vt:lpstr>
      <vt:lpstr>PowerPoint Presentation</vt:lpstr>
      <vt:lpstr>ES Modules (import / export)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NwSSU PPT Green Template</dc:title>
  <dc:creator>raa</dc:creator>
  <cp:lastModifiedBy>YuoRitz</cp:lastModifiedBy>
  <cp:revision>708</cp:revision>
  <cp:lastPrinted>2015-10-19T19:01:41Z</cp:lastPrinted>
  <dcterms:created xsi:type="dcterms:W3CDTF">2016-06-28T14:05:07Z</dcterms:created>
  <dcterms:modified xsi:type="dcterms:W3CDTF">2026-09-05T03:38:42Z</dcterms:modified>
</cp:coreProperties>
</file>